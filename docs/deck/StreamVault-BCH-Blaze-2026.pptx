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20c55ff7ff47f5" /><Relationship Type="http://schemas.openxmlformats.org/officeDocument/2006/relationships/extended-properties" Target="/docProps/app.xml" Id="Rb309e2aea5ef49c3" /><Relationship Type="http://schemas.openxmlformats.org/officeDocument/2006/relationships/officeDocument" Target="/ppt/presentation.xml" Id="R9640dd99c79347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a565f1a4ff40da"/>
  </p:sldMasterIdLst>
  <p:notesMasterIdLst>
    <p:notesMasterId xmlns:r="http://schemas.openxmlformats.org/officeDocument/2006/relationships" r:id="Re90db1306db24594"/>
  </p:notesMasterIdLst>
  <p:sldIdLst>
    <p:sldId xmlns:r="http://schemas.openxmlformats.org/officeDocument/2006/relationships" id="256" r:id="R78f564e1bde74c99"/>
    <p:sldId xmlns:r="http://schemas.openxmlformats.org/officeDocument/2006/relationships" id="257" r:id="R14883d9f770e47ba"/>
    <p:sldId xmlns:r="http://schemas.openxmlformats.org/officeDocument/2006/relationships" id="258" r:id="R2f8e7a5188b5496a"/>
    <p:sldId xmlns:r="http://schemas.openxmlformats.org/officeDocument/2006/relationships" id="259" r:id="R512d17f61215472d"/>
    <p:sldId xmlns:r="http://schemas.openxmlformats.org/officeDocument/2006/relationships" id="260" r:id="Rb3240e4271c24862"/>
    <p:sldId xmlns:r="http://schemas.openxmlformats.org/officeDocument/2006/relationships" id="261" r:id="Rc61d8f8399b746ae"/>
    <p:sldId xmlns:r="http://schemas.openxmlformats.org/officeDocument/2006/relationships" id="262" r:id="R24846a707e2140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37523e33704c6c" /><Relationship Type="http://schemas.openxmlformats.org/officeDocument/2006/relationships/slideMaster" Target="/ppt/slideMasters/slideMaster1.xml" Id="R78a565f1a4ff40da" /><Relationship Type="http://schemas.openxmlformats.org/officeDocument/2006/relationships/notesMaster" Target="/ppt/notesMasters/notesMaster1.xml" Id="Re90db1306db24594" /><Relationship Type="http://schemas.openxmlformats.org/officeDocument/2006/relationships/presProps" Target="/ppt/presProps.xml" Id="Ra70e3ae0c0bb4e23" /><Relationship Type="http://schemas.openxmlformats.org/officeDocument/2006/relationships/tableStyles" Target="/ppt/tableStyles.xml" Id="Rc233c6bc93814fc0" /><Relationship Type="http://schemas.openxmlformats.org/officeDocument/2006/relationships/slide" Target="/ppt/slides/slide1.xml" Id="R78f564e1bde74c99" /><Relationship Type="http://schemas.openxmlformats.org/officeDocument/2006/relationships/slide" Target="/ppt/slides/slide2.xml" Id="R14883d9f770e47ba" /><Relationship Type="http://schemas.openxmlformats.org/officeDocument/2006/relationships/slide" Target="/ppt/slides/slide3.xml" Id="R2f8e7a5188b5496a" /><Relationship Type="http://schemas.openxmlformats.org/officeDocument/2006/relationships/slide" Target="/ppt/slides/slide4.xml" Id="R512d17f61215472d" /><Relationship Type="http://schemas.openxmlformats.org/officeDocument/2006/relationships/slide" Target="/ppt/slides/slide5.xml" Id="Rb3240e4271c24862" /><Relationship Type="http://schemas.openxmlformats.org/officeDocument/2006/relationships/slide" Target="/ppt/slides/slide6.xml" Id="Rc61d8f8399b746ae" /><Relationship Type="http://schemas.openxmlformats.org/officeDocument/2006/relationships/slide" Target="/ppt/slides/slide7.xml" Id="R24846a707e2140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9c9d29fa1e40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96c9e7ead34544" /><Relationship Type="http://schemas.openxmlformats.org/officeDocument/2006/relationships/notesMaster" Target="/ppt/notesMasters/notesMaster1.xml" Id="R1907a12aacaa47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e9e263834146bc" /><Relationship Type="http://schemas.openxmlformats.org/officeDocument/2006/relationships/notesMaster" Target="/ppt/notesMasters/notesMaster1.xml" Id="Rb2eb58035eca41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f1aa2a919b4446" /><Relationship Type="http://schemas.openxmlformats.org/officeDocument/2006/relationships/notesMaster" Target="/ppt/notesMasters/notesMaster1.xml" Id="Rd5bf5e5c56b142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4fd546e5814743" /><Relationship Type="http://schemas.openxmlformats.org/officeDocument/2006/relationships/notesMaster" Target="/ppt/notesMasters/notesMaster1.xml" Id="Rd8710eb42deb42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6540bf9d6f4b16" /><Relationship Type="http://schemas.openxmlformats.org/officeDocument/2006/relationships/notesMaster" Target="/ppt/notesMasters/notesMaster1.xml" Id="R7aefc233814047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307a79aa7c4066" /><Relationship Type="http://schemas.openxmlformats.org/officeDocument/2006/relationships/notesMaster" Target="/ppt/notesMasters/notesMaster1.xml" Id="R7be9fae8525b4c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70afeca42548c5" /><Relationship Type="http://schemas.openxmlformats.org/officeDocument/2006/relationships/notesMaster" Target="/ppt/notesMasters/notesMaster1.xml" Id="R332cd18f86fa46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78ccd82e844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7411c4df924e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3645906704e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95bd1b5cdd44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3230de6d6a4b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10295dd4f846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6530832-4712-47F1-AE9B-9C59052D2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C4B20D8-E894-4DF8-AA33-C22045D9DF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319F0C3-B2D3-46D6-87DE-1F0968C24B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1E5175-C864-4C9C-99A3-09B4E287E7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626BCD-B798-4AFF-8169-A8EDD398B5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073BB25-0653-4A1D-8FB1-CBC52C60B4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1FDD08-16F7-4CD3-9E2B-F9D914979A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7C37A6-B2CE-4F27-B51B-CC8C3C482E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87B255-3B74-45F0-9A4A-79E07BE3E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06ECFB-35AF-4A82-9D8C-C53FDBCB32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fc5b351e9741d1" /><Relationship Type="http://schemas.openxmlformats.org/officeDocument/2006/relationships/slideLayout" Target="/ppt/slideLayouts/slideLayout1.xml" Id="R892d7bcf54004835" /><Relationship Type="http://schemas.openxmlformats.org/officeDocument/2006/relationships/slideLayout" Target="/ppt/slideLayouts/slideLayout2.xml" Id="Ra698d2c5f9aa4dd7" /><Relationship Type="http://schemas.openxmlformats.org/officeDocument/2006/relationships/slideLayout" Target="/ppt/slideLayouts/slideLayout3.xml" Id="Rc907ad9c648042da" /><Relationship Type="http://schemas.openxmlformats.org/officeDocument/2006/relationships/slideLayout" Target="/ppt/slideLayouts/slideLayout4.xml" Id="Raeb9d7c699924275" /><Relationship Type="http://schemas.openxmlformats.org/officeDocument/2006/relationships/slideLayout" Target="/ppt/slideLayouts/slideLayout5.xml" Id="Ra4896faca168459b" /><Relationship Type="http://schemas.openxmlformats.org/officeDocument/2006/relationships/slideLayout" Target="/ppt/slideLayouts/slideLayout6.xml" Id="Re8a80b20bddb44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2d7bcf54004835"/>
    <p:sldLayoutId xmlns:r="http://schemas.openxmlformats.org/officeDocument/2006/relationships" id="2147483650" r:id="Ra698d2c5f9aa4dd7"/>
    <p:sldLayoutId xmlns:r="http://schemas.openxmlformats.org/officeDocument/2006/relationships" id="2147483651" r:id="Rc907ad9c648042da"/>
    <p:sldLayoutId xmlns:r="http://schemas.openxmlformats.org/officeDocument/2006/relationships" id="2147483652" r:id="Raeb9d7c699924275"/>
    <p:sldLayoutId xmlns:r="http://schemas.openxmlformats.org/officeDocument/2006/relationships" id="2147483653" r:id="Ra4896faca168459b"/>
    <p:sldLayoutId xmlns:r="http://schemas.openxmlformats.org/officeDocument/2006/relationships" id="2147483654" r:id="Re8a80b20bddb44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4a967242ef44b6" /><Relationship Type="http://schemas.openxmlformats.org/officeDocument/2006/relationships/notesSlide" Target="/ppt/notesSlides/notesSlide1.xml" Id="Re226247e5bdf4b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785313d1684bce" /><Relationship Type="http://schemas.openxmlformats.org/officeDocument/2006/relationships/notesSlide" Target="/ppt/notesSlides/notesSlide2.xml" Id="Rde62c5983afd42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cce304b4ac4fae" /><Relationship Type="http://schemas.openxmlformats.org/officeDocument/2006/relationships/notesSlide" Target="/ppt/notesSlides/notesSlide3.xml" Id="Rb57aca71101042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bc679634c44a80" /><Relationship Type="http://schemas.openxmlformats.org/officeDocument/2006/relationships/notesSlide" Target="/ppt/notesSlides/notesSlide4.xml" Id="Raf659da8bd5c4d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c5fef6034b4033" /><Relationship Type="http://schemas.openxmlformats.org/officeDocument/2006/relationships/notesSlide" Target="/ppt/notesSlides/notesSlide5.xml" Id="Re583b0cbfb37450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3c9103f2264142" /><Relationship Type="http://schemas.openxmlformats.org/officeDocument/2006/relationships/notesSlide" Target="/ppt/notesSlides/notesSlide6.xml" Id="Rc413e0c3f21d4a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cd37df78454dfc" /><Relationship Type="http://schemas.openxmlformats.org/officeDocument/2006/relationships/notesSlide" Target="/ppt/notesSlides/notesSlide7.xml" Id="R1fe4bcc516e84f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408E5-5EC7-4602-BCE0-548C5E0C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AC18E"/>
                </a:solidFill>
              </a:defRPr>
            </a:pPr>
            <a:r>
              <a:rPr sz="1050" b="1">
                <a:solidFill>
                  <a:srgbClr val="0AC18E"/>
                </a:solidFill>
              </a:rPr>
              <a:t>BCH BLAZE 2026  ·  MAINNET + MEDIA TRACK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762BD-F871-4E01-8DE5-D020E280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4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5400" b="1">
                <a:solidFill>
                  <a:srgbClr val="F1F5F9"/>
                </a:solidFill>
              </a:defRPr>
            </a:pPr>
            <a:r>
              <a:rPr sz="5400" b="1">
                <a:solidFill>
                  <a:srgbClr val="F1F5F9"/>
                </a:solidFill>
              </a:rPr>
              <a:t>StreamVault.cash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90D7E-296E-4226-9B01-D785F518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94A3B8"/>
                </a:solidFill>
              </a:defRPr>
            </a:pPr>
            <a:r>
              <a:rPr sz="1800" b="0">
                <a:solidFill>
                  <a:srgbClr val="94A3B8"/>
                </a:solidFill>
              </a:rPr>
              <a:t>Non-custodial PUSD streaming payroll &amp; subscription vault on Bitcoin Cash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A4A9A-735D-405E-B81F-E033680A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Team Autonomous Cash  ·  streamvault.cash  ·  @StreamVaultCash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8F786-E4DC-4EE4-AB55-E47939E0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34E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64893D-7E3D-4393-B985-52DDFC37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670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VAULT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427998-FA4F-4BBF-9939-F3A779C5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F1F5F9"/>
                </a:solidFill>
              </a:defRPr>
            </a:pPr>
            <a:r>
              <a:rPr sz="2550" b="1">
                <a:solidFill>
                  <a:srgbClr val="F1F5F9"/>
                </a:solidFill>
              </a:rPr>
              <a:t>$1,000.00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32D94-7FBB-4B70-9669-2E04EA5B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94A3B8"/>
                </a:solidFill>
              </a:defRPr>
            </a:pPr>
            <a:r>
              <a:rPr sz="975" b="0">
                <a:solidFill>
                  <a:srgbClr val="94A3B8"/>
                </a:solidFill>
              </a:rPr>
              <a:t>PUSD locked in covenant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CAF20-74A4-46A3-A9ED-3BFC19FB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48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818CF8"/>
                </a:solidFill>
              </a:defRPr>
            </a:pPr>
            <a:r>
              <a:rPr sz="975" b="0">
                <a:solidFill>
                  <a:srgbClr val="818CF8"/>
                </a:solidFill>
              </a:rPr>
              <a:t>$25.00 / period  ·  cancellable</a:t>
            </a:r>
          </a:p>
        </p:txBody>
      </p:sp>
    </p:spTree>
    <p:extLst>
      <p:ext uri="{BB962C8B-B14F-4D97-AF65-F5344CB8AC3E}">
        <p14:creationId xmlns:p14="http://schemas.microsoft.com/office/powerpoint/2010/main" val="12830989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5EA11-C3C2-4892-87B5-7D1FB73E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ONE-LINER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71093-2BA7-4183-A9C8-B7B9562C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9"/>
                </a:solidFill>
              </a:defRPr>
            </a:pPr>
            <a:r>
              <a:rPr sz="2250" b="1">
                <a:solidFill>
                  <a:srgbClr val="F1F5F9"/>
                </a:solidFill>
              </a:rPr>
              <a:t>Programmable BCH money streams that pay themselves - capped on-chain, cancellable by the payer, settled in a stablecoin.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AB2F7-32AE-44C7-83AC-1739F3CE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70D9DA-E33F-40E0-ABF6-2FC11617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AC18E"/>
                </a:solidFill>
              </a:defRPr>
            </a:pPr>
            <a:r>
              <a:rPr sz="1500" b="1">
                <a:solidFill>
                  <a:srgbClr val="0AC18E"/>
                </a:solidFill>
              </a:rPr>
              <a:t>Non-custodial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0C72E-322E-488C-9582-8D54F84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Payer keeps the claw-back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92D5C-DDBE-4CE2-BBAA-853AE73D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B97BA-9261-4B2B-9621-798E2625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818CF8"/>
                </a:solidFill>
              </a:defRPr>
            </a:pPr>
            <a:r>
              <a:rPr sz="1500" b="1">
                <a:solidFill>
                  <a:srgbClr val="818CF8"/>
                </a:solidFill>
              </a:rPr>
              <a:t>PUSD settlement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0F84D-D282-4E61-B328-DF844812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861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USD-pegged CashToken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DB0CB-AAFE-4698-BD42-71877677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57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7F1B3-18D2-4356-8410-A185E321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BF24"/>
                </a:solidFill>
              </a:defRPr>
            </a:pPr>
            <a:r>
              <a:rPr sz="1500" b="1">
                <a:solidFill>
                  <a:srgbClr val="FBBF24"/>
                </a:solidFill>
              </a:rPr>
              <a:t>Hard covenants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34E56-0013-4DFA-AD07-C8EDAFB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861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Recursive change, VM-enforced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E8B242-9BC3-44CD-B1C8-5B906C74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github.com/juangh123/streamvault.cash</a:t>
            </a:r>
          </a:p>
        </p:txBody>
      </p:sp>
    </p:spTree>
    <p:extLst>
      <p:ext uri="{BB962C8B-B14F-4D97-AF65-F5344CB8AC3E}">
        <p14:creationId xmlns:p14="http://schemas.microsoft.com/office/powerpoint/2010/main" val="19945693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2655D-7B76-46B5-820E-653A6112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THE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6E342-6C7D-4221-B958-847B460B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1F5F9"/>
                </a:solidFill>
              </a:defRPr>
            </a:pPr>
            <a:r>
              <a:rPr sz="2100" b="1">
                <a:solidFill>
                  <a:srgbClr val="F1F5F9"/>
                </a:solidFill>
              </a:rPr>
              <a:t>Contractors, creators and vendors are paid in lumps - late, custodial, or both.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3702A-7457-426B-A0CF-1BD76B23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47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F867B-1007-4DDE-9777-756B89E1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Cards &amp; mandates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BDA7B-0538-4B20-B0F5-609781E0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050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Custodial, reversible, geo-fenced.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2F2A8-18EB-4B27-9563-19B85B80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47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E0680-C3CD-4D1B-A34C-73C25968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623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Lump-sum crypto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BC41F9-4536-4D29-B4C8-F6DF1CAC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194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No schedule; all-or-nothing.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19CB8-3D8A-4A73-8DCC-F20700F6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1047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7FECC-D1BB-4161-9E53-E3FC16AC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Streaming on EVM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30A69D-960C-4827-BCBB-D73AD7C7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338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Gas exceeds the tranche.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C282E-D888-48D1-963C-96AAB35D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AC18E"/>
                </a:solidFill>
              </a:defRPr>
            </a:pPr>
            <a:r>
              <a:rPr sz="1500" b="1">
                <a:solidFill>
                  <a:srgbClr val="0AC18E"/>
                </a:solidFill>
              </a:rPr>
              <a:t>BCH: near-zero fees + introspection covenants = the natural rail for programmable streams.</a:t>
            </a:r>
          </a:p>
        </p:txBody>
      </p:sp>
    </p:spTree>
    <p:extLst>
      <p:ext uri="{BB962C8B-B14F-4D97-AF65-F5344CB8AC3E}">
        <p14:creationId xmlns:p14="http://schemas.microsoft.com/office/powerpoint/2010/main" val="8667236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49316-A4D4-4FA1-9148-BAD86243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BENEFITS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EA689-2161-440F-9A30-A2606EE3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9"/>
                </a:solidFill>
              </a:defRPr>
            </a:pPr>
            <a:r>
              <a:rPr sz="2250" b="1">
                <a:solidFill>
                  <a:srgbClr val="F1F5F9"/>
                </a:solidFill>
              </a:rPr>
              <a:t>One covenant, four wins.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E830D-9898-4BB7-A29D-F9D1A6ED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D4C2-A70A-4931-8F92-CC83FBCC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81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AC18E"/>
                </a:solidFill>
              </a:defRPr>
            </a:pPr>
            <a:r>
              <a:rPr sz="1800" b="1">
                <a:solidFill>
                  <a:srgbClr val="0AC18E"/>
                </a:solidFill>
              </a:rPr>
              <a:t>Payees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F913F0-61B9-423F-9F48-5092A403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Withdraw on schedule - no invoice, no custodian.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5277E-DC09-4159-ABFE-9CDFD74F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14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1FDDC-92EF-4B6C-BFE1-005E67A8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81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818CF8"/>
                </a:solidFill>
              </a:defRPr>
            </a:pPr>
            <a:r>
              <a:rPr sz="1800" b="1">
                <a:solidFill>
                  <a:srgbClr val="818CF8"/>
                </a:solidFill>
              </a:rPr>
              <a:t>Payers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94B7D-BF5B-4F16-99A1-9516ABBE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Per-period ceiling; cancel and reclaim anytime.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60B7F-A565-4A90-AADC-1AEAEF46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9013A-A57B-4EB2-839B-758F383D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86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BBF24"/>
                </a:solidFill>
              </a:defRPr>
            </a:pPr>
            <a:r>
              <a:rPr sz="1800" b="1">
                <a:solidFill>
                  <a:srgbClr val="FBBF24"/>
                </a:solidFill>
              </a:rPr>
              <a:t>Stable value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7F628C-4D4E-40DC-83DA-10DE701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Denominated in PUSD, not a volatile token.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82F08D-7389-47B0-BE4F-D4D91593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24D5D-9198-4AA5-88B5-FEC0EF9A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B7185"/>
                </a:solidFill>
              </a:defRPr>
            </a:pPr>
            <a:r>
              <a:rPr sz="1800" b="1">
                <a:solidFill>
                  <a:srgbClr val="FB7185"/>
                </a:solidFill>
              </a:rPr>
              <a:t>Any wallet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89DC13-11BA-4780-A0AD-CF8D138B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24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Sign with Selene, Paytaca or Cashonize.</a:t>
            </a:r>
          </a:p>
        </p:txBody>
      </p:sp>
    </p:spTree>
    <p:extLst>
      <p:ext uri="{BB962C8B-B14F-4D97-AF65-F5344CB8AC3E}">
        <p14:creationId xmlns:p14="http://schemas.microsoft.com/office/powerpoint/2010/main" val="8275752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A1D414-622C-4816-BF82-9C98A13A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BCH USAGE - CORE SCORING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D7EDE-A059-4E57-A8C3-2E50DD81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1F5F9"/>
                </a:solidFill>
              </a:defRPr>
            </a:pPr>
            <a:r>
              <a:rPr sz="1950" b="1">
                <a:solidFill>
                  <a:srgbClr val="F1F5F9"/>
                </a:solidFill>
              </a:rPr>
              <a:t>Every rule is enforced by consensus, not by a server.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9F608D-E928-4815-87A7-6A72814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81580D-6C53-4178-A52E-910F822A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AC18E"/>
                </a:solidFill>
              </a:defRPr>
            </a:pPr>
            <a:r>
              <a:rPr sz="1350" b="1">
                <a:solidFill>
                  <a:srgbClr val="0AC18E"/>
                </a:solidFill>
              </a:rPr>
              <a:t>PUSD token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BB25C-F4E7-4A49-A6FD-3A439711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CashTokens category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A007F-E209-4354-AEFA-27D78C83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5146F-1848-4CD7-84F7-2D979EDF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DBA8F-EC34-48BF-AB6B-B457C64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818CF8"/>
                </a:solidFill>
              </a:defRPr>
            </a:pPr>
            <a:r>
              <a:rPr sz="1350" b="1">
                <a:solidFill>
                  <a:srgbClr val="818CF8"/>
                </a:solidFill>
              </a:rPr>
              <a:t>Covenant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59A13-BE0A-4AB5-826A-60E57B0F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amountPerPeriod + periodBlocks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62400-E00D-489B-A834-31212B87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B983DB-4AF9-48AC-B4E9-BF4C401A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4AC4A-52D7-4516-839D-4663D247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BBF24"/>
                </a:solidFill>
              </a:defRPr>
            </a:pPr>
            <a:r>
              <a:rPr sz="1350" b="1">
                <a:solidFill>
                  <a:srgbClr val="FBBF24"/>
                </a:solidFill>
              </a:rPr>
              <a:t>this.age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F964C-A5CE-4863-8F52-A2025CF9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OP_CSV gates each tranche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FE8F1-D277-4B30-806C-7E06FDCE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8303FE-8046-4862-9B18-78E34784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20A5B1-75ED-49AE-AE19-AC975162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084FC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C084FC"/>
                </a:solidFill>
              </a:defRPr>
            </a:pPr>
            <a:r>
              <a:rPr sz="1350" b="1">
                <a:solidFill>
                  <a:srgbClr val="C084FC"/>
                </a:solidFill>
              </a:rPr>
              <a:t>Recursive change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15915B-6298-4978-97A6-2E82CE1A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output[1] == input[0] bytecode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410D7D-A52C-4239-AD9D-4289963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71561B-92B3-4F8E-A22D-D446D694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537055-D742-4813-ADF4-F95ACB20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94A3B8"/>
                </a:solidFill>
              </a:defRPr>
            </a:pPr>
            <a:r>
              <a:rPr sz="1350" b="1">
                <a:solidFill>
                  <a:srgbClr val="94A3B8"/>
                </a:solidFill>
              </a:rPr>
              <a:t>WizardConnect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C1813F-572D-4D17-8B0D-EC3ACE3E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signed + broadcast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372B6C-C502-4128-8E50-6B829396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PUSD is a CashToken, so the VM proves token conservation. Change is forced back into the identical covenant bytecode. A claim can never drain the vault - only the payer can cancel.</a:t>
            </a:r>
          </a:p>
        </p:txBody>
      </p:sp>
    </p:spTree>
    <p:extLst>
      <p:ext uri="{BB962C8B-B14F-4D97-AF65-F5344CB8AC3E}">
        <p14:creationId xmlns:p14="http://schemas.microsoft.com/office/powerpoint/2010/main" val="6393311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0B05E-2E00-431C-8D04-7295ED6E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VISION &amp;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E9C81-25AC-4042-8B61-F73B82A2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1F5F9"/>
                </a:solidFill>
              </a:defRPr>
            </a:pPr>
            <a:r>
              <a:rPr sz="2100" b="1">
                <a:solidFill>
                  <a:srgbClr val="F1F5F9"/>
                </a:solidFill>
              </a:rPr>
              <a:t>From hackathon MVP to an agent money-stream protocol.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18B40-B2DF-40B6-8B1F-48B5A831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477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D403D-9E4D-4CAA-94F3-DE96481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AC18E"/>
                </a:solidFill>
              </a:defRPr>
            </a:pPr>
            <a:r>
              <a:rPr sz="1650" b="1">
                <a:solidFill>
                  <a:srgbClr val="0AC18E"/>
                </a:solidFill>
              </a:rPr>
              <a:t>Phase 1 -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8B176-F486-4615-9594-60859F00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90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Covenant, cockpit, Chipnet + Mainnet settlement.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18D8E-3D89-456E-A8C1-D0F544EC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477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71CD7E-BFEF-463F-8DC9-DD09D25B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AC18E"/>
                </a:solidFill>
              </a:defRPr>
            </a:pPr>
            <a:r>
              <a:rPr sz="1650" b="1">
                <a:solidFill>
                  <a:srgbClr val="0AC18E"/>
                </a:solidFill>
              </a:rPr>
              <a:t>Phase 2 - SDK + MCP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BDE91-CEFD-4CC9-BC80-C18B37CC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Agents stream a per-call PUSD budget.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8ACAB-9C95-464C-B70A-2BC0EA5C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477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7B76F-3DE0-4590-A3B4-57DBDCDF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AC18E"/>
                </a:solidFill>
              </a:defRPr>
            </a:pPr>
            <a:r>
              <a:rPr sz="1650" b="1">
                <a:solidFill>
                  <a:srgbClr val="0AC18E"/>
                </a:solidFill>
              </a:rPr>
              <a:t>Phase 3 - Marketplace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5BBDA-224F-4633-BE6B-9B55282D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76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Directory of PUSD-denominated recurring services.</a:t>
            </a:r>
          </a:p>
        </p:txBody>
      </p:sp>
    </p:spTree>
    <p:extLst>
      <p:ext uri="{BB962C8B-B14F-4D97-AF65-F5344CB8AC3E}">
        <p14:creationId xmlns:p14="http://schemas.microsoft.com/office/powerpoint/2010/main" val="14644826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F04DA-1910-4611-8883-DE469B18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THANK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0CF6BD-8D74-49D5-B9C9-118CBC75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F1F5F9"/>
                </a:solidFill>
              </a:defRPr>
            </a:pPr>
            <a:r>
              <a:rPr sz="3900" b="1">
                <a:solidFill>
                  <a:srgbClr val="F1F5F9"/>
                </a:solidFill>
              </a:rPr>
              <a:t>Try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A95FD-C51D-48AF-B42E-8FACF325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AC18E"/>
                </a:solidFill>
              </a:defRPr>
            </a:pPr>
            <a:r>
              <a:rPr sz="1800" b="1">
                <a:solidFill>
                  <a:srgbClr val="0AC18E"/>
                </a:solidFill>
              </a:rPr>
              <a:t>streamvault.cash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B4C8B-14DE-45E3-A9E9-7BDF6919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47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87129-484F-4817-B099-B0B702EF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994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1F5F9"/>
                </a:solidFill>
              </a:defRPr>
            </a:pPr>
            <a:r>
              <a:rPr sz="1350" b="1">
                <a:solidFill>
                  <a:srgbClr val="F1F5F9"/>
                </a:solidFill>
              </a:rPr>
              <a:t>Judge walkthrough - one click, no wallet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5C550-4A4A-4D19-B017-0229DA8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9944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Launch the demo stream  →  fast-forward one period  →  claim a tranche  →  cancel and reclaim 100%.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381311-F4FC-44C1-8AA9-FD9C3BDA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Bitcoin Cash is peer-to-peer cash for people - and now, for their money streams.</a:t>
            </a:r>
          </a:p>
        </p:txBody>
      </p:sp>
    </p:spTree>
    <p:extLst>
      <p:ext uri="{BB962C8B-B14F-4D97-AF65-F5344CB8AC3E}">
        <p14:creationId xmlns:p14="http://schemas.microsoft.com/office/powerpoint/2010/main" val="1079592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2026-10-15T14:13:58.4190000Z</dcterms:created>
  <dcterms:modified xsi:type="dcterms:W3CDTF">2026-10-15T14:13:58.4190000Z</dcterms:modified>
</coreProperties>
</file>