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9bdf982f594c72" /><Relationship Type="http://schemas.openxmlformats.org/officeDocument/2006/relationships/extended-properties" Target="/docProps/app.xml" Id="R74b908a281fb41a8" /><Relationship Type="http://schemas.openxmlformats.org/officeDocument/2006/relationships/officeDocument" Target="/ppt/presentation.xml" Id="R3299f43b030243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24584cbea346fd"/>
  </p:sldMasterIdLst>
  <p:notesMasterIdLst>
    <p:notesMasterId xmlns:r="http://schemas.openxmlformats.org/officeDocument/2006/relationships" r:id="Ra41abfed0f304e2c"/>
  </p:notesMasterIdLst>
  <p:sldIdLst>
    <p:sldId xmlns:r="http://schemas.openxmlformats.org/officeDocument/2006/relationships" id="256" r:id="R3fe51e7b656c41de"/>
    <p:sldId xmlns:r="http://schemas.openxmlformats.org/officeDocument/2006/relationships" id="257" r:id="Rf17425296de74d07"/>
    <p:sldId xmlns:r="http://schemas.openxmlformats.org/officeDocument/2006/relationships" id="258" r:id="R01eb489c16124e1a"/>
    <p:sldId xmlns:r="http://schemas.openxmlformats.org/officeDocument/2006/relationships" id="259" r:id="R125ffa5acf8e44d4"/>
    <p:sldId xmlns:r="http://schemas.openxmlformats.org/officeDocument/2006/relationships" id="260" r:id="R549621e7ae154cf9"/>
    <p:sldId xmlns:r="http://schemas.openxmlformats.org/officeDocument/2006/relationships" id="261" r:id="R68c7669d0fa74941"/>
    <p:sldId xmlns:r="http://schemas.openxmlformats.org/officeDocument/2006/relationships" id="262" r:id="R3c39f32098dd4550"/>
  </p:sldIdLst>
  <p:sldSz cx="9144000" cy="51435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71aeeef50544c7" /><Relationship Type="http://schemas.openxmlformats.org/officeDocument/2006/relationships/slideMaster" Target="/ppt/slideMasters/slideMaster1.xml" Id="Rc824584cbea346fd" /><Relationship Type="http://schemas.openxmlformats.org/officeDocument/2006/relationships/notesMaster" Target="/ppt/notesMasters/notesMaster1.xml" Id="Ra41abfed0f304e2c" /><Relationship Type="http://schemas.openxmlformats.org/officeDocument/2006/relationships/presProps" Target="/ppt/presProps.xml" Id="R278e0edb1df04748" /><Relationship Type="http://schemas.openxmlformats.org/officeDocument/2006/relationships/viewProps" Target="/ppt/viewProps.xml" Id="R4e83957ff27f48ab" /><Relationship Type="http://schemas.openxmlformats.org/officeDocument/2006/relationships/tableStyles" Target="/ppt/tableStyles.xml" Id="Rbb89a789619a4f7d" /><Relationship Type="http://schemas.openxmlformats.org/officeDocument/2006/relationships/slide" Target="/ppt/slides/slide1.xml" Id="R3fe51e7b656c41de" /><Relationship Type="http://schemas.openxmlformats.org/officeDocument/2006/relationships/slide" Target="/ppt/slides/slide2.xml" Id="Rf17425296de74d07" /><Relationship Type="http://schemas.openxmlformats.org/officeDocument/2006/relationships/slide" Target="/ppt/slides/slide3.xml" Id="R01eb489c16124e1a" /><Relationship Type="http://schemas.openxmlformats.org/officeDocument/2006/relationships/slide" Target="/ppt/slides/slide4.xml" Id="R125ffa5acf8e44d4" /><Relationship Type="http://schemas.openxmlformats.org/officeDocument/2006/relationships/slide" Target="/ppt/slides/slide5.xml" Id="R549621e7ae154cf9" /><Relationship Type="http://schemas.openxmlformats.org/officeDocument/2006/relationships/slide" Target="/ppt/slides/slide6.xml" Id="R68c7669d0fa74941" /><Relationship Type="http://schemas.openxmlformats.org/officeDocument/2006/relationships/slide" Target="/ppt/slides/slide7.xml" Id="R3c39f32098dd45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706a72911a4d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e555acc3ef49fc" /><Relationship Type="http://schemas.openxmlformats.org/officeDocument/2006/relationships/notesMaster" Target="/ppt/notesMasters/notesMaster1.xml" Id="R3fc943f263ba41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a07dc870504e40" /><Relationship Type="http://schemas.openxmlformats.org/officeDocument/2006/relationships/notesMaster" Target="/ppt/notesMasters/notesMaster1.xml" Id="R4a03725b7e8246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29d0f782a54a0c" /><Relationship Type="http://schemas.openxmlformats.org/officeDocument/2006/relationships/notesMaster" Target="/ppt/notesMasters/notesMaster1.xml" Id="R1b189e3a586f41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79827033544460" /><Relationship Type="http://schemas.openxmlformats.org/officeDocument/2006/relationships/notesMaster" Target="/ppt/notesMasters/notesMaster1.xml" Id="Rac838518e75345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75613670264102" /><Relationship Type="http://schemas.openxmlformats.org/officeDocument/2006/relationships/notesMaster" Target="/ppt/notesMasters/notesMaster1.xml" Id="R75127dfb90f44c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410f3d89e74db4" /><Relationship Type="http://schemas.openxmlformats.org/officeDocument/2006/relationships/notesMaster" Target="/ppt/notesMasters/notesMaster1.xml" Id="R72d3de05614b45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d840be7e374a16" /><Relationship Type="http://schemas.openxmlformats.org/officeDocument/2006/relationships/notesMaster" Target="/ppt/notesMasters/notesMaster1.xml" Id="R54385a71161646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Live demo: https://streamvault-cash.vercel.app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Repository: https://github.com/juangh123/streamvault.cash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Baseline: https://github.com/juangh123/streamvault.cash/tree/v0-prehackathon-baseline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StreamVault combines CashScript covenants, relative timelocks and CashTokens. Demo: https://streamvault-cash.vercel.app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cap is enforced by claim() in the CashScript covenant, not by application code. See docs/STREAM_MECHANICS.md.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same covenant supports payroll, subscriptions and agent allowances. See README.md and docs/PRD.md.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v1.2 covenant passes 21 real BCH VM tests, including over-limit, early claim, wrong destination, third output, category mismatch and BCH-buffer drain tests.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PUSD category: 2469acc5afa4b10cb5b5c04afb89c3a3ffd61c5da9c01e26d00951cae2a02544. The app blocks Mainnet if a demo category is configured.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Live demo: https://streamvault-cash.vercel.app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CashTokens receiving address: bitcoincash:zzlgvjs8fvqdf43nz9yklcd0eh780x2xd5d9dxrnkv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ce3c3568dd46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85e26f46c4417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8204399c384f2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d191711f1941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350237fbb443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32447966eb475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e2c9d54b4b4c6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6b58fc92f6411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03b68f1de844b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6af5999e51412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990475497d43fb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4DF9B981-A226-4D0D-8D7E-AC473193641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60383" y="16888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ADA66DD5-7A6E-4666-92A3-0B66F775D5F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347A9992-C6CB-4884-A5DA-BA2A1077BD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1D29B80E-3184-4ADC-AF08-B2B8080DE28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2143125" y="426975"/>
            <a:ext cx="2241600" cy="247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BAD383A7-754E-4D62-8663-C6EA3D5A72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CA9518FB-E78C-4DEE-B35C-E89685D998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5451102D-301E-424B-BBDC-6340821B0B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EDD54DFD-8C3F-41C0-866D-FF597C5094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0" name="Google Shape;20;p4">
            <a:extLst xmlns:a="http://schemas.openxmlformats.org/drawingml/2006/main">
              <a:ext uri="{FF2B5EF4-FFF2-40B4-BE49-F238E27FC236}">
                <a16:creationId xmlns:a16="http://schemas.microsoft.com/office/drawing/2014/main" id="{D22450FC-A186-49D7-92FD-52274A000F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249F0791-6A03-434F-A6FF-2E0F108F34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95BC807C-DC79-464A-8E42-AAAA909C80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378AD290-BE22-432E-A43A-06AA785DA29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10BFC7AF-37B2-4CF9-8279-588B44E9BF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EB1569A6-E633-4FDD-AED0-FB6FDA1D80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Google Shape;28;p6">
            <a:extLst xmlns:a="http://schemas.openxmlformats.org/drawingml/2006/main">
              <a:ext uri="{FF2B5EF4-FFF2-40B4-BE49-F238E27FC236}">
                <a16:creationId xmlns:a16="http://schemas.microsoft.com/office/drawing/2014/main" id="{C70E5893-72A9-447D-B6F0-85176AD303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01037561-5E42-4309-B42A-499C9DE5BC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791D08CB-1D65-49A1-BEE6-9BB3419E6F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2" name="Google Shape;32;p7">
            <a:extLst xmlns:a="http://schemas.openxmlformats.org/drawingml/2006/main">
              <a:ext uri="{FF2B5EF4-FFF2-40B4-BE49-F238E27FC236}">
                <a16:creationId xmlns:a16="http://schemas.microsoft.com/office/drawing/2014/main" id="{7BEAA121-B8D2-4CDD-A1AE-FB7482CAC8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4D368475-4F0C-4562-BC78-90CA5E5206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5" name="Google Shape;35;p8">
            <a:extLst xmlns:a="http://schemas.openxmlformats.org/drawingml/2006/main">
              <a:ext uri="{FF2B5EF4-FFF2-40B4-BE49-F238E27FC236}">
                <a16:creationId xmlns:a16="http://schemas.microsoft.com/office/drawing/2014/main" id="{FC0E973F-B80D-48D9-AF7A-B8B26F1B1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9C52BBA7-008A-44CE-85E9-95E87D21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E40539BB-5CAB-4C34-9EC7-F138152F4F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764C6653-A70E-4B60-B355-C359A24D0C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97948CEC-6809-4FEE-81F1-BAFBA80705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1" name="Google Shape;41;p9">
            <a:extLst xmlns:a="http://schemas.openxmlformats.org/drawingml/2006/main">
              <a:ext uri="{FF2B5EF4-FFF2-40B4-BE49-F238E27FC236}">
                <a16:creationId xmlns:a16="http://schemas.microsoft.com/office/drawing/2014/main" id="{A84E8619-5094-40C7-8E35-4125AF5431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4898DA62-62C4-4A8A-8473-1E13E6BDE3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4" name="Google Shape;44;p10">
            <a:extLst xmlns:a="http://schemas.openxmlformats.org/drawingml/2006/main">
              <a:ext uri="{FF2B5EF4-FFF2-40B4-BE49-F238E27FC236}">
                <a16:creationId xmlns:a16="http://schemas.microsoft.com/office/drawing/2014/main" id="{7074505E-658B-4487-9A0F-890F5EAF9C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49A1B61B-BFCB-4E2E-9609-857625744A3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6108BC4E-BD6E-4653-A73A-5F4684EB8B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8" name="Google Shape;48;p11">
            <a:extLst xmlns:a="http://schemas.openxmlformats.org/drawingml/2006/main">
              <a:ext uri="{FF2B5EF4-FFF2-40B4-BE49-F238E27FC236}">
                <a16:creationId xmlns:a16="http://schemas.microsoft.com/office/drawing/2014/main" id="{6D7E36EA-9235-4BA3-BC56-7AB9E4B30D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12">
            <a:extLst xmlns:a="http://schemas.openxmlformats.org/drawingml/2006/main">
              <a:ext uri="{FF2B5EF4-FFF2-40B4-BE49-F238E27FC236}">
                <a16:creationId xmlns:a16="http://schemas.microsoft.com/office/drawing/2014/main" id="{FA0E65EE-6B3C-4325-85D9-D20D6D5715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027c89ec2b4e4f" /><Relationship Type="http://schemas.openxmlformats.org/officeDocument/2006/relationships/slideLayout" Target="/ppt/slideLayouts/slideLayout1.xml" Id="Rc5d9a662304e49d9" /><Relationship Type="http://schemas.openxmlformats.org/officeDocument/2006/relationships/slideLayout" Target="/ppt/slideLayouts/slideLayout2.xml" Id="Rc1ddeb61b03f4a53" /><Relationship Type="http://schemas.openxmlformats.org/officeDocument/2006/relationships/slideLayout" Target="/ppt/slideLayouts/slideLayout3.xml" Id="Rdd20ea891d934c9f" /><Relationship Type="http://schemas.openxmlformats.org/officeDocument/2006/relationships/slideLayout" Target="/ppt/slideLayouts/slideLayout4.xml" Id="R8feb6a37821343db" /><Relationship Type="http://schemas.openxmlformats.org/officeDocument/2006/relationships/slideLayout" Target="/ppt/slideLayouts/slideLayout5.xml" Id="R24633f25674c4654" /><Relationship Type="http://schemas.openxmlformats.org/officeDocument/2006/relationships/slideLayout" Target="/ppt/slideLayouts/slideLayout6.xml" Id="Raa23d2622c1b4351" /><Relationship Type="http://schemas.openxmlformats.org/officeDocument/2006/relationships/slideLayout" Target="/ppt/slideLayouts/slideLayout7.xml" Id="Rd353d99054884d46" /><Relationship Type="http://schemas.openxmlformats.org/officeDocument/2006/relationships/slideLayout" Target="/ppt/slideLayouts/slideLayout8.xml" Id="R99c2cb1a0f654a75" /><Relationship Type="http://schemas.openxmlformats.org/officeDocument/2006/relationships/slideLayout" Target="/ppt/slideLayouts/slideLayout9.xml" Id="R5554426d98674ab2" /><Relationship Type="http://schemas.openxmlformats.org/officeDocument/2006/relationships/slideLayout" Target="/ppt/slideLayouts/slideLayout10.xml" Id="Ref96701af87b435a" /><Relationship Type="http://schemas.openxmlformats.org/officeDocument/2006/relationships/slideLayout" Target="/ppt/slideLayouts/slideLayout11.xml" Id="R3a6451f07fbf431a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4F3F1F7F-6D74-44B0-88A3-A8713C18A3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653BA8DF-3951-4F18-A2DC-837398A492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780D434F-FFFF-4E70-B2FD-AC4FBBC43B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d9a662304e49d9"/>
    <p:sldLayoutId xmlns:r="http://schemas.openxmlformats.org/officeDocument/2006/relationships" id="2147483650" r:id="Rc1ddeb61b03f4a53"/>
    <p:sldLayoutId xmlns:r="http://schemas.openxmlformats.org/officeDocument/2006/relationships" id="2147483651" r:id="Rdd20ea891d934c9f"/>
    <p:sldLayoutId xmlns:r="http://schemas.openxmlformats.org/officeDocument/2006/relationships" id="2147483652" r:id="R8feb6a37821343db"/>
    <p:sldLayoutId xmlns:r="http://schemas.openxmlformats.org/officeDocument/2006/relationships" id="2147483653" r:id="R24633f25674c4654"/>
    <p:sldLayoutId xmlns:r="http://schemas.openxmlformats.org/officeDocument/2006/relationships" id="2147483654" r:id="Raa23d2622c1b4351"/>
    <p:sldLayoutId xmlns:r="http://schemas.openxmlformats.org/officeDocument/2006/relationships" id="2147483655" r:id="Rd353d99054884d46"/>
    <p:sldLayoutId xmlns:r="http://schemas.openxmlformats.org/officeDocument/2006/relationships" id="2147483656" r:id="R99c2cb1a0f654a75"/>
    <p:sldLayoutId xmlns:r="http://schemas.openxmlformats.org/officeDocument/2006/relationships" id="2147483657" r:id="R5554426d98674ab2"/>
    <p:sldLayoutId xmlns:r="http://schemas.openxmlformats.org/officeDocument/2006/relationships" id="2147483658" r:id="Ref96701af87b435a"/>
    <p:sldLayoutId xmlns:r="http://schemas.openxmlformats.org/officeDocument/2006/relationships" id="2147483659" r:id="R3a6451f07fbf431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1cbaef6384b24" /><Relationship Type="http://schemas.openxmlformats.org/officeDocument/2006/relationships/image" Target="/ppt/media/image.png" Id="Rb5bba9d18e1b4060" /><Relationship Type="http://schemas.openxmlformats.org/officeDocument/2006/relationships/image" Target="/ppt/media/image2.png" Id="R8fc31da35f174914" /><Relationship Type="http://schemas.openxmlformats.org/officeDocument/2006/relationships/image" Target="/ppt/media/image3.png" Id="R7a38e08ec60149b8" /><Relationship Type="http://schemas.openxmlformats.org/officeDocument/2006/relationships/image" Target="/ppt/media/image4.png" Id="R5d5ca539572449b7" /><Relationship Type="http://schemas.openxmlformats.org/officeDocument/2006/relationships/image" Target="/ppt/media/image5.png" Id="R91b71b1640884459" /><Relationship Type="http://schemas.openxmlformats.org/officeDocument/2006/relationships/image" Target="/ppt/media/image6.png" Id="R85ef54efca7f4ca7" /><Relationship Type="http://schemas.openxmlformats.org/officeDocument/2006/relationships/notesSlide" Target="/ppt/notesSlides/notesSlide1.xml" Id="R107b6868cf484e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15659afdc48d5" /><Relationship Type="http://schemas.openxmlformats.org/officeDocument/2006/relationships/image" Target="/ppt/media/image2.png" Id="R05d0c6d870144c7b" /><Relationship Type="http://schemas.openxmlformats.org/officeDocument/2006/relationships/image" Target="/ppt/media/image4.png" Id="R9fe1ec052dce49ae" /><Relationship Type="http://schemas.openxmlformats.org/officeDocument/2006/relationships/hyperlink" Target="https://github.com/widgetcash/factory" TargetMode="External" Id="R192526c5438c4078" /><Relationship Type="http://schemas.openxmlformats.org/officeDocument/2006/relationships/notesSlide" Target="/ppt/notesSlides/notesSlide2.xml" Id="R712b9d668d4e4d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b4d078fe64ced" /><Relationship Type="http://schemas.openxmlformats.org/officeDocument/2006/relationships/image" Target="/ppt/media/image7.png" Id="Ra0a6424eb6ee4605" /><Relationship Type="http://schemas.openxmlformats.org/officeDocument/2006/relationships/notesSlide" Target="/ppt/notesSlides/notesSlide3.xml" Id="Rdf70c241ea3545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9ab435b714040" /><Relationship Type="http://schemas.openxmlformats.org/officeDocument/2006/relationships/image" Target="/ppt/media/image8.png" Id="R408767be8e554265" /><Relationship Type="http://schemas.openxmlformats.org/officeDocument/2006/relationships/image" Target="/ppt/media/image9.png" Id="Rf2fcbde2b575464d" /><Relationship Type="http://schemas.openxmlformats.org/officeDocument/2006/relationships/image" Target="/ppt/media/image10.png" Id="R64050d4246c0497a" /><Relationship Type="http://schemas.openxmlformats.org/officeDocument/2006/relationships/notesSlide" Target="/ppt/notesSlides/notesSlide4.xml" Id="Rd65dcf042b2242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ed0238c6844de" /><Relationship Type="http://schemas.openxmlformats.org/officeDocument/2006/relationships/image" Target="/ppt/media/image2.png" Id="Rb14c2faad9124d7b" /><Relationship Type="http://schemas.openxmlformats.org/officeDocument/2006/relationships/image" Target="/ppt/media/image4.png" Id="R30595686ee51422f" /><Relationship Type="http://schemas.openxmlformats.org/officeDocument/2006/relationships/notesSlide" Target="/ppt/notesSlides/notesSlide5.xml" Id="R7b7510b82d4a4f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da814deda4e1d" /><Relationship Type="http://schemas.openxmlformats.org/officeDocument/2006/relationships/image" Target="/ppt/media/image8.png" Id="R9c8f91ba6fcd4ac1" /><Relationship Type="http://schemas.openxmlformats.org/officeDocument/2006/relationships/image" Target="/ppt/media/image9.png" Id="R2bba2dbe991e4f97" /><Relationship Type="http://schemas.openxmlformats.org/officeDocument/2006/relationships/notesSlide" Target="/ppt/notesSlides/notesSlide6.xml" Id="R16315f6aef0049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3865c6f564929" /><Relationship Type="http://schemas.openxmlformats.org/officeDocument/2006/relationships/image" Target="/ppt/media/image11.png" Id="R55cacd91cd844a56" /><Relationship Type="http://schemas.openxmlformats.org/officeDocument/2006/relationships/notesSlide" Target="/ppt/notesSlides/notesSlide7.xml" Id="R2fea2ce373f64156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b5bba9d18e1b4060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A549749C-5D3B-4566-AABE-9AB032E657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31da35f17491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3A7B6338-7049-4FE5-8767-B51D069FEA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8e08ec60149b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48900" y="2873025"/>
            <a:ext cx="7264075" cy="3239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7" name="Google Shape;57;p13">
            <a:extLst xmlns:a="http://schemas.openxmlformats.org/drawingml/2006/main">
              <a:ext uri="{FF2B5EF4-FFF2-40B4-BE49-F238E27FC236}">
                <a16:creationId xmlns:a16="http://schemas.microsoft.com/office/drawing/2014/main" id="{D01FB168-BA3A-4D36-A06B-206C5D2CEC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5ca539572449b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8" name="Google Shape;58;p13">
            <a:extLst xmlns:a="http://schemas.openxmlformats.org/drawingml/2006/main">
              <a:ext uri="{FF2B5EF4-FFF2-40B4-BE49-F238E27FC236}">
                <a16:creationId xmlns:a16="http://schemas.microsoft.com/office/drawing/2014/main" id="{4B5D5092-04FC-49A9-B513-D6ABB1BA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defRPr sz="37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defRPr sz="37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defRPr sz="37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defRPr sz="37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defRPr sz="37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defRPr sz="37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defRPr sz="37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defRPr sz="37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defRPr sz="37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37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375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StreamVault.cash</a:t>
            </a:r>
            <a:endParaRPr sz="33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59" name="Google Shape;59;p13">
            <a:extLst xmlns:a="http://schemas.openxmlformats.org/drawingml/2006/main">
              <a:ext uri="{FF2B5EF4-FFF2-40B4-BE49-F238E27FC236}">
                <a16:creationId xmlns:a16="http://schemas.microsoft.com/office/drawing/2014/main" id="{2F267E3A-807E-437E-ABDD-91A2C2C3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557100" cy="68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062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>
            <a:extLst xmlns:a="http://schemas.openxmlformats.org/drawingml/2006/main">
              <a:ext uri="{FF2B5EF4-FFF2-40B4-BE49-F238E27FC236}">
                <a16:creationId xmlns:a16="http://schemas.microsoft.com/office/drawing/2014/main" id="{AEF13F96-8011-4285-A347-8ADDED3B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78" y="4402200"/>
            <a:ext cx="2256000" cy="3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GitHub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61" name="Google Shape;61;p13">
            <a:extLst xmlns:a="http://schemas.openxmlformats.org/drawingml/2006/main">
              <a:ext uri="{FF2B5EF4-FFF2-40B4-BE49-F238E27FC236}">
                <a16:creationId xmlns:a16="http://schemas.microsoft.com/office/drawing/2014/main" id="{7A8371DD-CDAE-41AA-ACA3-690F0038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425" y="4402200"/>
            <a:ext cx="1492200" cy="3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Live demo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62" name="Google Shape;62;p13">
            <a:extLst xmlns:a="http://schemas.openxmlformats.org/drawingml/2006/main">
              <a:ext uri="{FF2B5EF4-FFF2-40B4-BE49-F238E27FC236}">
                <a16:creationId xmlns:a16="http://schemas.microsoft.com/office/drawing/2014/main" id="{53C8B38A-4E99-42CC-94D6-A9CA35F2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700" y="4402200"/>
            <a:ext cx="1752000" cy="3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PUSD on BCH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69" name="Google Shape;69;p13">
            <a:extLst xmlns:a="http://schemas.openxmlformats.org/drawingml/2006/main">
              <a:ext uri="{FF2B5EF4-FFF2-40B4-BE49-F238E27FC236}">
                <a16:creationId xmlns:a16="http://schemas.microsoft.com/office/drawing/2014/main" id="{C011221C-D4FB-4AAF-AE88-73580447D4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b71b164088445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7627" y="66125"/>
            <a:ext cx="523850" cy="5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3">
            <a:extLst xmlns:a="http://schemas.openxmlformats.org/drawingml/2006/main">
              <a:ext uri="{FF2B5EF4-FFF2-40B4-BE49-F238E27FC236}">
                <a16:creationId xmlns:a16="http://schemas.microsoft.com/office/drawing/2014/main" id="{AB6D19EC-BF3F-4899-83AC-9A5B29FD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50" y="3025350"/>
            <a:ext cx="3982500" cy="8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defRPr sz="16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defRPr sz="16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defRPr sz="16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defRPr sz="16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defRPr sz="16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defRPr sz="16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defRPr sz="16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defRPr sz="16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defRPr sz="16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65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Team Autonomous Cash: Jason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D37732B-350E-4FAC-AD0F-CA56522C17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ef54efca7f4ca7"/>
          <a:stretch xmlns:a="http://schemas.openxmlformats.org/drawingml/2006/main"/>
        </p:blipFill>
        <p:spPr>
          <a:xfrm xmlns:a="http://schemas.openxmlformats.org/drawingml/2006/main">
            <a:off x="4812242" y="1362075"/>
            <a:ext cx="3996267" cy="2247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8043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Google Shape;76;p14">
            <a:extLst xmlns:a="http://schemas.openxmlformats.org/drawingml/2006/main">
              <a:ext uri="{FF2B5EF4-FFF2-40B4-BE49-F238E27FC236}">
                <a16:creationId xmlns:a16="http://schemas.microsoft.com/office/drawing/2014/main" id="{B39784BD-F2DC-475A-8752-2061ED7BCF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d0c6d870144c7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93450"/>
            <a:ext cx="9144000" cy="495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" name="Google Shape;77;p14">
            <a:extLst xmlns:a="http://schemas.openxmlformats.org/drawingml/2006/main">
              <a:ext uri="{FF2B5EF4-FFF2-40B4-BE49-F238E27FC236}">
                <a16:creationId xmlns:a16="http://schemas.microsoft.com/office/drawing/2014/main" id="{592217AA-8C90-4F88-B76A-1F0D76CCBA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1ec052dce49a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" name="Google Shape;78;p14">
            <a:extLst xmlns:a="http://schemas.openxmlformats.org/drawingml/2006/main">
              <a:ext uri="{FF2B5EF4-FFF2-40B4-BE49-F238E27FC236}">
                <a16:creationId xmlns:a16="http://schemas.microsoft.com/office/drawing/2014/main" id="{B4410AF0-F4C1-4675-9855-E9C6E61D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50" y="546325"/>
            <a:ext cx="6835500" cy="381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defPPr algn="ctr">
              <a:defRPr sz="35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ctr">
              <a:defRPr sz="35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ctr">
              <a:defRPr sz="35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ctr">
              <a:defRPr sz="35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ctr">
              <a:defRPr sz="35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ctr">
              <a:defRPr sz="35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ctr">
              <a:defRPr sz="35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ctr">
              <a:defRPr sz="35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ctr">
              <a:defRPr sz="35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ctr">
              <a:defRPr sz="35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lvl="0" indent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35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5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 PUSD budget the BCH VM can enforce</a:t>
            </a:r>
            <a:endParaRPr sz="43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 xmlns:a="http://schemas.openxmlformats.org/drawingml/2006/main">
            <a:pPr marL="0" lvl="0" indent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35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5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Per-period limits for people and AI agents</a:t>
            </a:r>
            <a:endParaRPr sz="35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 xmlns:a="http://schemas.openxmlformats.org/drawingml/2006/main">
            <a:pPr marL="0" lvl="0" indent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35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525" b="0" u="sng">
                <a:solidFill>
                  <a:srgbClr val="FFFFFF"/>
                </a:solidFill>
                <a:latin typeface="Montserrat"/>
                <a:ea typeface="Montserrat"/>
                <a:cs typeface="Montserrat"/>
                <a:hlinkClick xmlns:r="http://schemas.openxmlformats.org/officeDocument/2006/relationships" r:id="R192526c5438c4078"/>
              </a:rPr>
              <a:t>streamvault-cash.vercel.app</a:t>
            </a:r>
            <a:endParaRPr sz="2300" b="1" u="sng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784353993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a0a6424eb6ee4605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p15">
            <a:extLst xmlns:a="http://schemas.openxmlformats.org/drawingml/2006/main">
              <a:ext uri="{FF2B5EF4-FFF2-40B4-BE49-F238E27FC236}">
                <a16:creationId xmlns:a16="http://schemas.microsoft.com/office/drawing/2014/main" id="{1FDA823F-374F-42B5-9540-010E719F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50" y="2243200"/>
            <a:ext cx="6835500" cy="10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85" name="Google Shape;85;p15">
            <a:extLst xmlns:a="http://schemas.openxmlformats.org/drawingml/2006/main">
              <a:ext uri="{FF2B5EF4-FFF2-40B4-BE49-F238E27FC236}">
                <a16:creationId xmlns:a16="http://schemas.microsoft.com/office/drawing/2014/main" id="{4337A9BF-06DA-40AF-A7A7-32EBD444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75" y="886800"/>
            <a:ext cx="7587300" cy="35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118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>
            <a:extLst xmlns:a="http://schemas.openxmlformats.org/drawingml/2006/main">
              <a:ext uri="{FF2B5EF4-FFF2-40B4-BE49-F238E27FC236}">
                <a16:creationId xmlns:a16="http://schemas.microsoft.com/office/drawing/2014/main" id="{2ACCFBF9-7C6A-443E-972E-C0058479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825" y="4652075"/>
            <a:ext cx="2028300" cy="26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CC0000"/>
                </a:solidFill>
                <a:latin typeface="Montserrat"/>
                <a:ea typeface="Montserrat"/>
                <a:cs typeface="Montserrat"/>
              </a:rPr>
              <a:t>www.bchblaze.cash</a:t>
            </a:r>
            <a:endParaRPr sz="1300">
              <a:solidFill>
                <a:srgbClr val="CC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89" name="Google Shape;89;p15">
            <a:extLst xmlns:a="http://schemas.openxmlformats.org/drawingml/2006/main">
              <a:ext uri="{FF2B5EF4-FFF2-40B4-BE49-F238E27FC236}">
                <a16:creationId xmlns:a16="http://schemas.microsoft.com/office/drawing/2014/main" id="{8B663F40-946A-41E8-8F62-58B34520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75" y="1346650"/>
            <a:ext cx="7127400" cy="28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93" name="Google Shape;93;p15">
            <a:extLst xmlns:a="http://schemas.openxmlformats.org/drawingml/2006/main">
              <a:ext uri="{FF2B5EF4-FFF2-40B4-BE49-F238E27FC236}">
                <a16:creationId xmlns:a16="http://schemas.microsoft.com/office/drawing/2014/main" id="{35BF3695-6F29-4210-A469-FC48D95B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75" y="909750"/>
            <a:ext cx="3882900" cy="339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118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An AI agent with a wallet can spend everything it can reach.</a:t>
            </a:r>
            <a:endParaRPr sz="17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 xmlns:a="http://schemas.openxmlformats.org/drawingml/2006/main">
            <a:pPr marL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 cap in a prompt is not a financial control.</a:t>
            </a:r>
            <a:endParaRPr sz="17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700" b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/>
            </a:r>
            <a:endParaRPr sz="17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  <a:p xmlns:a="http://schemas.openxmlformats.org/drawingml/2006/main">
            <a:pPr marL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Custody adds a party that can freeze funds or lose the key.</a:t>
            </a:r>
            <a:endParaRPr sz="1700" b="1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94" name="Google Shape;94;p15">
            <a:extLst xmlns:a="http://schemas.openxmlformats.org/drawingml/2006/main">
              <a:ext uri="{FF2B5EF4-FFF2-40B4-BE49-F238E27FC236}">
                <a16:creationId xmlns:a16="http://schemas.microsoft.com/office/drawing/2014/main" id="{20E0162C-8AB6-40D7-B35F-3BD4459B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75" y="425625"/>
            <a:ext cx="5788800" cy="39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062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>
            <a:extLst xmlns:a="http://schemas.openxmlformats.org/drawingml/2006/main">
              <a:ext uri="{FF2B5EF4-FFF2-40B4-BE49-F238E27FC236}">
                <a16:creationId xmlns:a16="http://schemas.microsoft.com/office/drawing/2014/main" id="{D5FC58B5-7130-4C78-B765-381AF7E5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25" y="339825"/>
            <a:ext cx="5341800" cy="59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defRPr sz="2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defRPr sz="2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defRPr sz="2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defRPr sz="2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defRPr sz="2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defRPr sz="2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defRPr sz="2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defRPr sz="2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defRPr sz="2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27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The trust gap</a:t>
            </a:r>
            <a:endParaRPr sz="25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6" name="Google Shape;96;p15">
            <a:extLst xmlns:a="http://schemas.openxmlformats.org/drawingml/2006/main">
              <a:ext uri="{FF2B5EF4-FFF2-40B4-BE49-F238E27FC236}">
                <a16:creationId xmlns:a16="http://schemas.microsoft.com/office/drawing/2014/main" id="{8C20D358-1ABA-427F-8088-ED764E70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825" y="886800"/>
            <a:ext cx="3775500" cy="35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1180"/>
            </a:srgbClr>
          </a:solidFill>
          <a:ln xmlns:a="http://schemas.openxmlformats.org/drawingml/2006/main" w="28575" cap="flat" cmpd="sng">
            <a:solidFill>
              <a:srgbClr val="860620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covenant-response">
            <a:extLst xmlns:a="http://schemas.openxmlformats.org/drawingml/2006/main">
              <a:ext uri="{FF2B5EF4-FFF2-40B4-BE49-F238E27FC236}">
                <a16:creationId xmlns:a16="http://schemas.microsoft.com/office/drawing/2014/main" id="{4DA97EDA-F89F-4E8E-A9E3-EFD4EB28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381125"/>
            <a:ext cx="3238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The covenant is the control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PUSD stays on chain. The payee gets one tranche per period. The payer keeps a cancel key and can reclaim the remainder.</a:t>
            </a:r>
          </a:p>
        </p:txBody>
      </p:sp>
    </p:spTree>
    <p:extLst>
      <p:ext uri="{BB962C8B-B14F-4D97-AF65-F5344CB8AC3E}">
        <p14:creationId xmlns:p14="http://schemas.microsoft.com/office/powerpoint/2010/main" val="42858549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408767be8e554265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Google Shape;103;p16">
            <a:extLst xmlns:a="http://schemas.openxmlformats.org/drawingml/2006/main">
              <a:ext uri="{FF2B5EF4-FFF2-40B4-BE49-F238E27FC236}">
                <a16:creationId xmlns:a16="http://schemas.microsoft.com/office/drawing/2014/main" id="{2FACC1FB-F95E-4065-AEEC-FDBCEEBA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50" y="2243200"/>
            <a:ext cx="6835500" cy="10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04" name="Google Shape;104;p16">
            <a:extLst xmlns:a="http://schemas.openxmlformats.org/drawingml/2006/main">
              <a:ext uri="{FF2B5EF4-FFF2-40B4-BE49-F238E27FC236}">
                <a16:creationId xmlns:a16="http://schemas.microsoft.com/office/drawing/2014/main" id="{8F75C20D-D7E3-43FD-9BA6-257325B0B7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cbde2b575464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5" name="Google Shape;105;p16">
            <a:extLst xmlns:a="http://schemas.openxmlformats.org/drawingml/2006/main">
              <a:ext uri="{FF2B5EF4-FFF2-40B4-BE49-F238E27FC236}">
                <a16:creationId xmlns:a16="http://schemas.microsoft.com/office/drawing/2014/main" id="{794A6A12-4BD1-4426-9BD5-789B3506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950" y="307250"/>
            <a:ext cx="5274600" cy="440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118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>
            <a:extLst xmlns:a="http://schemas.openxmlformats.org/drawingml/2006/main">
              <a:ext uri="{FF2B5EF4-FFF2-40B4-BE49-F238E27FC236}">
                <a16:creationId xmlns:a16="http://schemas.microsoft.com/office/drawing/2014/main" id="{F1A70FFE-B0C7-4505-84AF-A64EF370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425" y="2440350"/>
            <a:ext cx="823800" cy="26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062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>
            <a:extLst xmlns:a="http://schemas.openxmlformats.org/drawingml/2006/main">
              <a:ext uri="{FF2B5EF4-FFF2-40B4-BE49-F238E27FC236}">
                <a16:creationId xmlns:a16="http://schemas.microsoft.com/office/drawing/2014/main" id="{8C5D34C2-37AD-42F5-AA9E-DC7AE6C9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00" y="525450"/>
            <a:ext cx="2088000" cy="138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defRPr sz="30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defRPr sz="30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defRPr sz="30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defRPr sz="30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defRPr sz="30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defRPr sz="30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defRPr sz="30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defRPr sz="30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defRPr sz="30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3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One covenant,</a:t>
            </a:r>
            <a:endParaRPr sz="29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30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three users</a:t>
            </a:r>
            <a:endParaRPr sz="29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08" name="Google Shape;108;p16">
            <a:extLst xmlns:a="http://schemas.openxmlformats.org/drawingml/2006/main">
              <a:ext uri="{FF2B5EF4-FFF2-40B4-BE49-F238E27FC236}">
                <a16:creationId xmlns:a16="http://schemas.microsoft.com/office/drawing/2014/main" id="{8EC64B00-DAFA-4282-9C6F-8241AE98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450" y="525450"/>
            <a:ext cx="4782900" cy="389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Aft>
                <a:spcPts val="14"/>
              </a:spcAft>
              <a:buNone/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01  Sponsor locks PUSD and keeps cancel control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Aft>
                <a:spcPts val="14"/>
              </a:spcAft>
              <a:buNone/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02  Worker claims one tranche per period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Aft>
                <a:spcPts val="14"/>
              </a:spcAft>
              <a:buNone/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03  Agent claims a small budget and pays a service per request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Aft>
                <a:spcPts val="0"/>
              </a:spcAft>
              <a:buNone/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Same primitive: claim(), cancel(), amountPerPeriod and periodBlocks.</a:t>
            </a:r>
          </a:p>
        </p:txBody>
      </p:sp>
      <p:pic>
        <p:nvPicPr>
          <p:cNvPr id="109" name="Google Shape;109;p16">
            <a:extLst xmlns:a="http://schemas.openxmlformats.org/drawingml/2006/main">
              <a:ext uri="{FF2B5EF4-FFF2-40B4-BE49-F238E27FC236}">
                <a16:creationId xmlns:a16="http://schemas.microsoft.com/office/drawing/2014/main" id="{D2FB3AEA-3A20-40EB-B427-A384A45849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50d4246c0497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2025" y="3738825"/>
            <a:ext cx="1750650" cy="1750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5297648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4" name="Google Shape;114;p17">
            <a:extLst xmlns:a="http://schemas.openxmlformats.org/drawingml/2006/main">
              <a:ext uri="{FF2B5EF4-FFF2-40B4-BE49-F238E27FC236}">
                <a16:creationId xmlns:a16="http://schemas.microsoft.com/office/drawing/2014/main" id="{13C6008A-1FDF-49A8-8D04-B42783837B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4c2faad9124d7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93450"/>
            <a:ext cx="9144000" cy="495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5" name="Google Shape;115;p17">
            <a:extLst xmlns:a="http://schemas.openxmlformats.org/drawingml/2006/main">
              <a:ext uri="{FF2B5EF4-FFF2-40B4-BE49-F238E27FC236}">
                <a16:creationId xmlns:a16="http://schemas.microsoft.com/office/drawing/2014/main" id="{A7C667FB-CF37-4B79-B841-70E98BA13A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595686ee51422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6" name="Google Shape;116;p17">
            <a:extLst xmlns:a="http://schemas.openxmlformats.org/drawingml/2006/main">
              <a:ext uri="{FF2B5EF4-FFF2-40B4-BE49-F238E27FC236}">
                <a16:creationId xmlns:a16="http://schemas.microsoft.com/office/drawing/2014/main" id="{8549103E-070D-49B7-910F-82FB8EC9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00" y="193450"/>
            <a:ext cx="8182200" cy="28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ctr">
              <a:defRPr sz="2025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ctr">
              <a:defRPr sz="2025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ctr">
              <a:defRPr sz="2025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ctr">
              <a:defRPr sz="2025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ctr">
              <a:defRPr sz="2025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ctr">
              <a:defRPr sz="2025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ctr">
              <a:defRPr sz="2025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ctr">
              <a:defRPr sz="2025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ctr">
              <a:defRPr sz="2025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indent="0" algn="ctr">
              <a:lnSpc>
                <a:spcPct val="108000"/>
              </a:lnSpc>
              <a:spcAft>
                <a:spcPts val="24"/>
              </a:spcAft>
              <a:buNone/>
              <a:defRPr sz="2025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Limits enforced by the BCH VM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spcAft>
                <a:spcPts val="10"/>
              </a:spcAft>
              <a:buNone/>
              <a:defRPr sz="2025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25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claim() requires one vault input and two outputs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spcAft>
                <a:spcPts val="10"/>
              </a:spcAft>
              <a:buNone/>
              <a:defRPr sz="2025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25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this.age gates the next tranche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spcAft>
                <a:spcPts val="10"/>
              </a:spcAft>
              <a:buNone/>
              <a:defRPr sz="2025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25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token category and amount conserve PUSD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buNone/>
              <a:defRPr sz="2025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25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only cancel() can empty the vault</a:t>
            </a:r>
          </a:p>
        </p:txBody>
      </p:sp>
    </p:spTree>
    <p:extLst>
      <p:ext uri="{BB962C8B-B14F-4D97-AF65-F5344CB8AC3E}">
        <p14:creationId xmlns:p14="http://schemas.microsoft.com/office/powerpoint/2010/main" val="229963422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9c8f91ba6fcd4ac1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Google Shape;122;p18">
            <a:extLst xmlns:a="http://schemas.openxmlformats.org/drawingml/2006/main">
              <a:ext uri="{FF2B5EF4-FFF2-40B4-BE49-F238E27FC236}">
                <a16:creationId xmlns:a16="http://schemas.microsoft.com/office/drawing/2014/main" id="{E24667C1-77E8-4FBD-ACAD-2E621E5C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50" y="2243200"/>
            <a:ext cx="6835500" cy="10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23" name="Google Shape;123;p18">
            <a:extLst xmlns:a="http://schemas.openxmlformats.org/drawingml/2006/main">
              <a:ext uri="{FF2B5EF4-FFF2-40B4-BE49-F238E27FC236}">
                <a16:creationId xmlns:a16="http://schemas.microsoft.com/office/drawing/2014/main" id="{342EEA1F-0FCE-43E7-BEE5-349615AD5E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a2dbe991e4f9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D9B613D5-74AA-448A-9E0F-7FCE0AA5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950" y="307250"/>
            <a:ext cx="5274600" cy="440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118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>
            <a:extLst xmlns:a="http://schemas.openxmlformats.org/drawingml/2006/main">
              <a:ext uri="{FF2B5EF4-FFF2-40B4-BE49-F238E27FC236}">
                <a16:creationId xmlns:a16="http://schemas.microsoft.com/office/drawing/2014/main" id="{718E7549-C5D7-4D52-85B3-6B6900B4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425" y="2440350"/>
            <a:ext cx="823800" cy="26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062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">
            <a:extLst xmlns:a="http://schemas.openxmlformats.org/drawingml/2006/main">
              <a:ext uri="{FF2B5EF4-FFF2-40B4-BE49-F238E27FC236}">
                <a16:creationId xmlns:a16="http://schemas.microsoft.com/office/drawing/2014/main" id="{3E0389B9-CAD8-40F1-9153-4232EB93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00" y="525450"/>
            <a:ext cx="2088000" cy="138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l">
              <a:defRPr sz="33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l">
              <a:defRPr sz="33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l">
              <a:defRPr sz="33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l">
              <a:defRPr sz="33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l">
              <a:defRPr sz="33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l">
              <a:defRPr sz="33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l">
              <a:defRPr sz="33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l">
              <a:defRPr sz="33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l">
              <a:defRPr sz="33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33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Why BCH</a:t>
            </a:r>
            <a:endParaRPr sz="29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27" name="Google Shape;127;p18">
            <a:extLst xmlns:a="http://schemas.openxmlformats.org/drawingml/2006/main">
              <a:ext uri="{FF2B5EF4-FFF2-40B4-BE49-F238E27FC236}">
                <a16:creationId xmlns:a16="http://schemas.microsoft.com/office/drawing/2014/main" id="{71EE6E28-D0A5-4DB1-9A60-9016F6CF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450" y="525450"/>
            <a:ext cx="4782900" cy="389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indent="0" algn="l">
              <a:lnSpc>
                <a:spcPct val="108000"/>
              </a:lnSpc>
              <a:spcAft>
                <a:spcPts val="14"/>
              </a:spcAft>
              <a:buNone/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Sub-cent settlement makes $0.01 service calls practical</a:t>
            </a:r>
          </a:p>
          <a:p xmlns:a="http://schemas.openxmlformats.org/drawingml/2006/main">
            <a:pPr marL="0" indent="0" algn="l">
              <a:lnSpc>
                <a:spcPct val="108000"/>
              </a:lnSpc>
              <a:spcAft>
                <a:spcPts val="14"/>
              </a:spcAft>
              <a:buNone/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CashTokens conserve PUSD on chain</a:t>
            </a:r>
          </a:p>
          <a:p xmlns:a="http://schemas.openxmlformats.org/drawingml/2006/main">
            <a:pPr marL="0" indent="0" algn="l">
              <a:lnSpc>
                <a:spcPct val="108000"/>
              </a:lnSpc>
              <a:spcAft>
                <a:spcPts val="14"/>
              </a:spcAft>
              <a:buNone/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Relative timelocks enforce the period</a:t>
            </a:r>
          </a:p>
          <a:p xmlns:a="http://schemas.openxmlformats.org/drawingml/2006/main">
            <a:pPr marL="0" indent="0" algn="l">
              <a:lnSpc>
                <a:spcPct val="108000"/>
              </a:lnSpc>
              <a:spcAft>
                <a:spcPts val="14"/>
              </a:spcAft>
              <a:buNone/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WizardConnect keeps keys in the user wallet</a:t>
            </a:r>
          </a:p>
          <a:p xmlns:a="http://schemas.openxmlformats.org/drawingml/2006/main">
            <a:pPr marL="0" indent="0" algn="l">
              <a:lnSpc>
                <a:spcPct val="108000"/>
              </a:lnSpc>
              <a:spcAft>
                <a:spcPts val="0"/>
              </a:spcAft>
              <a:buNone/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Business: hosted budget console, provider SDK and agent billing gateway. No protocol fee.</a:t>
            </a:r>
          </a:p>
        </p:txBody>
      </p:sp>
    </p:spTree>
    <p:extLst>
      <p:ext uri="{BB962C8B-B14F-4D97-AF65-F5344CB8AC3E}">
        <p14:creationId xmlns:p14="http://schemas.microsoft.com/office/powerpoint/2010/main" val="20797021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3" name="Google Shape;133;p19">
            <a:extLst xmlns:a="http://schemas.openxmlformats.org/drawingml/2006/main">
              <a:ext uri="{FF2B5EF4-FFF2-40B4-BE49-F238E27FC236}">
                <a16:creationId xmlns:a16="http://schemas.microsoft.com/office/drawing/2014/main" id="{D58238AB-D27F-40E3-AFEB-A31E8553BF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acd91cd844a5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4" name="Google Shape;134;p19">
            <a:extLst xmlns:a="http://schemas.openxmlformats.org/drawingml/2006/main">
              <a:ext uri="{FF2B5EF4-FFF2-40B4-BE49-F238E27FC236}">
                <a16:creationId xmlns:a16="http://schemas.microsoft.com/office/drawing/2014/main" id="{983FF092-5A41-4389-8D16-4E5CD0A3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50" y="2243200"/>
            <a:ext cx="6835500" cy="10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35" name="Google Shape;135;p19">
            <a:extLst xmlns:a="http://schemas.openxmlformats.org/drawingml/2006/main">
              <a:ext uri="{FF2B5EF4-FFF2-40B4-BE49-F238E27FC236}">
                <a16:creationId xmlns:a16="http://schemas.microsoft.com/office/drawing/2014/main" id="{01E9107F-2E40-443B-BE78-1AE522D6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175" y="1631300"/>
            <a:ext cx="6299700" cy="86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defPPr algn="ctr">
              <a:defRPr sz="5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defPPr>
            <a:lvl1pPr algn="ctr">
              <a:defRPr sz="5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1pPr>
            <a:lvl2pPr algn="ctr">
              <a:defRPr sz="5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2pPr>
            <a:lvl3pPr algn="ctr">
              <a:defRPr sz="5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3pPr>
            <a:lvl4pPr algn="ctr">
              <a:defRPr sz="5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4pPr>
            <a:lvl5pPr algn="ctr">
              <a:defRPr sz="5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5pPr>
            <a:lvl6pPr algn="ctr">
              <a:defRPr sz="5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6pPr>
            <a:lvl7pPr algn="ctr">
              <a:defRPr sz="5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7pPr>
            <a:lvl8pPr algn="ctr">
              <a:defRPr sz="5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8pPr>
            <a:lvl9pPr algn="ctr">
              <a:defRPr sz="5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 sz="570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570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StreamVault.cash</a:t>
            </a:r>
            <a:endParaRPr sz="77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41" name="Google Shape;141;p19">
            <a:extLst xmlns:a="http://schemas.openxmlformats.org/drawingml/2006/main">
              <a:ext uri="{FF2B5EF4-FFF2-40B4-BE49-F238E27FC236}">
                <a16:creationId xmlns:a16="http://schemas.microsoft.com/office/drawing/2014/main" id="{43A67295-95C0-4170-8448-A0D0E43D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125" y="4247925"/>
            <a:ext cx="1780200" cy="1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2" name="Google Shape;142;p19">
            <a:extLst xmlns:a="http://schemas.openxmlformats.org/drawingml/2006/main">
              <a:ext uri="{FF2B5EF4-FFF2-40B4-BE49-F238E27FC236}">
                <a16:creationId xmlns:a16="http://schemas.microsoft.com/office/drawing/2014/main" id="{AFB88BE2-D269-418B-B8DF-296AD93E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750" y="4572000"/>
            <a:ext cx="1336500" cy="29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43" name="Google Shape;143;p19">
            <a:extLst xmlns:a="http://schemas.openxmlformats.org/drawingml/2006/main">
              <a:ext uri="{FF2B5EF4-FFF2-40B4-BE49-F238E27FC236}">
                <a16:creationId xmlns:a16="http://schemas.microsoft.com/office/drawing/2014/main" id="{F83DB604-D814-4B18-9C12-4BC8096A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675" y="4587250"/>
            <a:ext cx="983700" cy="29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44" name="Google Shape;144;p19">
            <a:extLst xmlns:a="http://schemas.openxmlformats.org/drawingml/2006/main">
              <a:ext uri="{FF2B5EF4-FFF2-40B4-BE49-F238E27FC236}">
                <a16:creationId xmlns:a16="http://schemas.microsoft.com/office/drawing/2014/main" id="{27353383-5637-4506-AB73-5F40B7E7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36475" y="1531850"/>
            <a:ext cx="3711900" cy="260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2"/>
              </a:solidFill>
            </a:endParaRPr>
          </a:p>
        </p:txBody>
      </p:sp>
      <p:sp>
        <p:nvSpPr>
          <p:cNvPr id="145" name="cta-message">
            <a:extLst xmlns:a="http://schemas.openxmlformats.org/drawingml/2006/main">
              <a:ext uri="{FF2B5EF4-FFF2-40B4-BE49-F238E27FC236}">
                <a16:creationId xmlns:a16="http://schemas.microsoft.com/office/drawing/2014/main" id="{9298B400-0518-40BF-A79F-F8C7960A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57500"/>
            <a:ext cx="6381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Give an AI an allowance, not your bank account.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streamvault-cash.vercel.app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CashTokens: bitcoincash:zzlgvjs8fvqdf43nz9yklcd0eh780x2xd5d9dxrnkv</a:t>
            </a:r>
          </a:p>
        </p:txBody>
      </p:sp>
    </p:spTree>
    <p:extLst>
      <p:ext uri="{BB962C8B-B14F-4D97-AF65-F5344CB8AC3E}">
        <p14:creationId xmlns:p14="http://schemas.microsoft.com/office/powerpoint/2010/main" val="991575194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2026-10-18T14:23:51.1370000Z</dcterms:created>
  <dcterms:modified xsi:type="dcterms:W3CDTF">2026-10-18T14:23:51.1370000Z</dcterms:modified>
</coreProperties>
</file>